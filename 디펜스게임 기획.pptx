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54BA01-0247-EAD4-6140-4A7AA7691B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09B007D-1087-5430-A22C-251011C57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138DA3-87D6-1910-8AC1-E1B37E0B7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FB65-5FC9-405E-A1BF-FA3C98ACB40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E21314-E88A-91F2-774B-58DA968AB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DAFFED-FC5D-A764-A48E-E0D34E20C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17AC8-4F2F-41E4-A0F1-FE35406957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274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B1F3B7-4A24-9846-EF02-7487A94EF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540C60-D935-6A1B-2171-41395B8EC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78E80F-6D29-1A74-23E5-ABF590329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FB65-5FC9-405E-A1BF-FA3C98ACB40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7781F5-25B3-843E-B8E1-82DCA0D00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0FB799-FED2-F7D6-AB2E-68750B9CB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17AC8-4F2F-41E4-A0F1-FE35406957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0565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37DDAF-503D-5809-C8C5-5733134B2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A4E63B-DEA6-62F4-EBBC-A379D26A1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9CA710-2E2E-0E01-F7D3-9521E2FFD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FB65-5FC9-405E-A1BF-FA3C98ACB40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87F6A2-6823-B1D5-9161-EE5850979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BEDD65-93F2-7138-86DE-1EC43EE9C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17AC8-4F2F-41E4-A0F1-FE35406957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4113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1DF089-FA98-641A-CC35-149EB65D0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DD5C46-16E1-8418-7E43-A85ABE2BF5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7A719C-9EEB-3636-2FC1-5B0C6EF439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DC3F50-B0B8-B160-A0E5-CC7D8CA68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FB65-5FC9-405E-A1BF-FA3C98ACB40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5D3FE3-B02F-ECAE-8EBE-FAC796547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F8AC8E-09A7-3175-4BE1-D28BE161E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17AC8-4F2F-41E4-A0F1-FE35406957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5275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62F94D-B7E9-70EB-5F4F-72C5DE85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3F9489-26AA-8043-DB64-A17117866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A08EE5-2335-C348-0877-D3E32182A0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E0BA53E-C5B6-495A-8CBD-C280F692B6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A5E0865-68C8-76D2-C42B-8D6DD83708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825DAB1-0B97-D39F-C63A-987615846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FB65-5FC9-405E-A1BF-FA3C98ACB40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CC676BD-482F-D32D-9BDC-24BBF33AE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426C583-49CF-911E-17C0-FEF4455D1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17AC8-4F2F-41E4-A0F1-FE35406957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5851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4930C6-F14A-4B79-CE74-68EE37BA3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FD2CCF3-144F-F779-D821-1FE9EF6A2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FB65-5FC9-405E-A1BF-FA3C98ACB40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9E7E2E5-76B7-48A0-15B2-B3F9B722D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BEBC9A-CCD2-3F08-0426-F3E744440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17AC8-4F2F-41E4-A0F1-FE35406957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3614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40341C4-4783-DA74-4859-4103B20A4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FB65-5FC9-405E-A1BF-FA3C98ACB40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DE33B8-C0D7-DDE7-88A2-42FA20649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586AD6-023D-B38D-97F9-600D466CF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17AC8-4F2F-41E4-A0F1-FE35406957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577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A7605C-B0DF-A087-5AB9-1D7D11AE5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2A5E90-0823-1D5B-584A-80C8EEAFF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404021E-3C2C-F855-9555-EA025C8295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D55664-6C12-7BC2-1E0E-46562D151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FB65-5FC9-405E-A1BF-FA3C98ACB40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BF2681-9B72-7CF6-D2D5-2B06808F0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B081E6-CC3F-364C-4C1F-7507B0B36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17AC8-4F2F-41E4-A0F1-FE35406957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750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F54CDE-0642-FFC3-DC28-FFABE66DB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DDCAFF1-FE59-4AF5-0B06-8E451AE69A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63409A-AAD0-2318-5A95-203D33BF9D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3FF2BD-AC7B-7205-22F7-91A855CDE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FB65-5FC9-405E-A1BF-FA3C98ACB40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1D2101-2DC1-3831-101B-C41271CB8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3870CD-5B91-F400-DF27-7DE709E9F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17AC8-4F2F-41E4-A0F1-FE35406957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559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6372DE-E568-B3F1-39D3-306F178EB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64FBF81-9555-A49C-0AB4-430EB0E755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283432-E0D8-6B53-3BBC-735B3BFA5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FB65-5FC9-405E-A1BF-FA3C98ACB40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F4F395-6AAA-7F74-DF7B-FEB8A9909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BADBAA-677D-458C-6AB7-C0C3480E3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17AC8-4F2F-41E4-A0F1-FE35406957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8319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DEAAD2C-A3BE-46DF-EABB-24E94F1CA7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BED7E3E-4BAF-F35D-4327-B363AAD2A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F855DD-E425-6B0C-576A-FBE426BFE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AFB65-5FC9-405E-A1BF-FA3C98ACB40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CFCFA0-55B9-8ED3-8C48-133EE89BF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8A7425-57DA-1B52-B810-DC6017C65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17AC8-4F2F-41E4-A0F1-FE35406957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071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BBF0004-65AF-BA1B-C9E0-6760BB7C6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7C683D-949A-A2DA-7807-5516F81EE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501BA4-D652-5E03-CC76-8C6766462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AFB65-5FC9-405E-A1BF-FA3C98ACB40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C53B40-C30E-6652-F0AF-292753F21B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0F6685-6BD9-998B-C1BD-29F1E75CD2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F17AC8-4F2F-41E4-A0F1-FE35406957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0791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B1DFF3-FE6D-4363-24F2-74AA3344C1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Defense</a:t>
            </a:r>
            <a:r>
              <a:rPr lang="ko-KR" altLang="en-US" dirty="0"/>
              <a:t> </a:t>
            </a:r>
            <a:r>
              <a:rPr lang="en-US" altLang="ko-KR" dirty="0"/>
              <a:t>Game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56BA184-9A2E-405A-EBCA-EEB64CAE8E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게임 기본 규칙</a:t>
            </a:r>
          </a:p>
        </p:txBody>
      </p:sp>
    </p:spTree>
    <p:extLst>
      <p:ext uri="{BB962C8B-B14F-4D97-AF65-F5344CB8AC3E}">
        <p14:creationId xmlns:p14="http://schemas.microsoft.com/office/powerpoint/2010/main" val="3922607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7DBF4DC-A550-0032-9207-2032ABE9D84D}"/>
              </a:ext>
            </a:extLst>
          </p:cNvPr>
          <p:cNvSpPr/>
          <p:nvPr/>
        </p:nvSpPr>
        <p:spPr>
          <a:xfrm>
            <a:off x="2269496" y="1037942"/>
            <a:ext cx="8162925" cy="6477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B63F3ED-52EE-8742-2A5D-72CAF03207C0}"/>
              </a:ext>
            </a:extLst>
          </p:cNvPr>
          <p:cNvSpPr/>
          <p:nvPr/>
        </p:nvSpPr>
        <p:spPr>
          <a:xfrm>
            <a:off x="9614780" y="1685642"/>
            <a:ext cx="817641" cy="174335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17C53C-E74B-44AD-1403-119ABB1D9173}"/>
              </a:ext>
            </a:extLst>
          </p:cNvPr>
          <p:cNvSpPr/>
          <p:nvPr/>
        </p:nvSpPr>
        <p:spPr>
          <a:xfrm>
            <a:off x="2269496" y="3326960"/>
            <a:ext cx="8162925" cy="6477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41F394A-257D-276D-58E6-AE0677241269}"/>
              </a:ext>
            </a:extLst>
          </p:cNvPr>
          <p:cNvSpPr/>
          <p:nvPr/>
        </p:nvSpPr>
        <p:spPr>
          <a:xfrm>
            <a:off x="2269496" y="3974660"/>
            <a:ext cx="817641" cy="174335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D974A9-9D9E-9EB6-A9BE-62F6AE4EEEE7}"/>
              </a:ext>
            </a:extLst>
          </p:cNvPr>
          <p:cNvSpPr/>
          <p:nvPr/>
        </p:nvSpPr>
        <p:spPr>
          <a:xfrm>
            <a:off x="2269496" y="5615978"/>
            <a:ext cx="8162925" cy="6477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정육면체 9">
            <a:extLst>
              <a:ext uri="{FF2B5EF4-FFF2-40B4-BE49-F238E27FC236}">
                <a16:creationId xmlns:a16="http://schemas.microsoft.com/office/drawing/2014/main" id="{EB688375-67AD-FA45-931C-AAB5F0F581D5}"/>
              </a:ext>
            </a:extLst>
          </p:cNvPr>
          <p:cNvSpPr/>
          <p:nvPr/>
        </p:nvSpPr>
        <p:spPr>
          <a:xfrm>
            <a:off x="8727541" y="4846339"/>
            <a:ext cx="2254313" cy="1901227"/>
          </a:xfrm>
          <a:prstGeom prst="cub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기지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4AC3E31-BB59-2912-E45D-CAB3B4C1839E}"/>
              </a:ext>
            </a:extLst>
          </p:cNvPr>
          <p:cNvSpPr/>
          <p:nvPr/>
        </p:nvSpPr>
        <p:spPr>
          <a:xfrm>
            <a:off x="1276538" y="778598"/>
            <a:ext cx="1638583" cy="122221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 소환 지점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7AF78C-96F2-7F13-F2A5-9FF08ABA12E5}"/>
              </a:ext>
            </a:extLst>
          </p:cNvPr>
          <p:cNvSpPr txBox="1"/>
          <p:nvPr/>
        </p:nvSpPr>
        <p:spPr>
          <a:xfrm>
            <a:off x="3205019" y="168432"/>
            <a:ext cx="65208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적 게이트에서 일정 시간마다 적이 일정 수량만큼 소환된다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- Wave </a:t>
            </a:r>
            <a:r>
              <a:rPr lang="ko-KR" altLang="en-US" dirty="0"/>
              <a:t>라고 명명한다 </a:t>
            </a:r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0575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6BDDE-29D5-D5A3-F65A-E6F6C8F48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44FE782-7FA5-124B-CB8E-5284CF770A11}"/>
              </a:ext>
            </a:extLst>
          </p:cNvPr>
          <p:cNvSpPr/>
          <p:nvPr/>
        </p:nvSpPr>
        <p:spPr>
          <a:xfrm>
            <a:off x="2269496" y="1037942"/>
            <a:ext cx="8162925" cy="6477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F9CCC28-EC01-2258-B60F-96FA89E24E8D}"/>
              </a:ext>
            </a:extLst>
          </p:cNvPr>
          <p:cNvSpPr/>
          <p:nvPr/>
        </p:nvSpPr>
        <p:spPr>
          <a:xfrm>
            <a:off x="9614780" y="1685642"/>
            <a:ext cx="817641" cy="174335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5319A23-3EEC-AC41-43CC-CBAF4CFFD8D3}"/>
              </a:ext>
            </a:extLst>
          </p:cNvPr>
          <p:cNvSpPr/>
          <p:nvPr/>
        </p:nvSpPr>
        <p:spPr>
          <a:xfrm>
            <a:off x="2269496" y="3326960"/>
            <a:ext cx="8162925" cy="6477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92131ED-9144-4CE5-445A-CB010491B8E5}"/>
              </a:ext>
            </a:extLst>
          </p:cNvPr>
          <p:cNvSpPr/>
          <p:nvPr/>
        </p:nvSpPr>
        <p:spPr>
          <a:xfrm>
            <a:off x="2269496" y="3974660"/>
            <a:ext cx="817641" cy="174335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3EB137D-E88B-111E-B2DF-73F79A175F1C}"/>
              </a:ext>
            </a:extLst>
          </p:cNvPr>
          <p:cNvSpPr/>
          <p:nvPr/>
        </p:nvSpPr>
        <p:spPr>
          <a:xfrm>
            <a:off x="2269496" y="5615978"/>
            <a:ext cx="8162925" cy="6477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정육면체 9">
            <a:extLst>
              <a:ext uri="{FF2B5EF4-FFF2-40B4-BE49-F238E27FC236}">
                <a16:creationId xmlns:a16="http://schemas.microsoft.com/office/drawing/2014/main" id="{6C4A9412-00AA-52F7-0C10-26AEF817F741}"/>
              </a:ext>
            </a:extLst>
          </p:cNvPr>
          <p:cNvSpPr/>
          <p:nvPr/>
        </p:nvSpPr>
        <p:spPr>
          <a:xfrm>
            <a:off x="8727541" y="4846339"/>
            <a:ext cx="2254313" cy="1901227"/>
          </a:xfrm>
          <a:prstGeom prst="cub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기지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0C79A2C3-096F-96A3-89D0-2F3A6278F502}"/>
              </a:ext>
            </a:extLst>
          </p:cNvPr>
          <p:cNvSpPr/>
          <p:nvPr/>
        </p:nvSpPr>
        <p:spPr>
          <a:xfrm>
            <a:off x="1276538" y="778598"/>
            <a:ext cx="1638583" cy="122221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 소환 지점</a:t>
            </a: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ED74F490-E95A-97FC-D382-AC2CDADE56B0}"/>
              </a:ext>
            </a:extLst>
          </p:cNvPr>
          <p:cNvSpPr/>
          <p:nvPr/>
        </p:nvSpPr>
        <p:spPr>
          <a:xfrm>
            <a:off x="5276659" y="1155271"/>
            <a:ext cx="1976582" cy="29556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F0DC60C8-E4AC-D494-D6D8-319F76775824}"/>
              </a:ext>
            </a:extLst>
          </p:cNvPr>
          <p:cNvSpPr/>
          <p:nvPr/>
        </p:nvSpPr>
        <p:spPr>
          <a:xfrm rot="5400000">
            <a:off x="9514023" y="2470509"/>
            <a:ext cx="962727" cy="29556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69ECAB0C-2737-2591-AE24-F75893EA0866}"/>
              </a:ext>
            </a:extLst>
          </p:cNvPr>
          <p:cNvSpPr/>
          <p:nvPr/>
        </p:nvSpPr>
        <p:spPr>
          <a:xfrm rot="10800000">
            <a:off x="5276659" y="3477628"/>
            <a:ext cx="1976582" cy="29556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C6A042EB-B92E-868E-ACCB-8D66920CCC02}"/>
              </a:ext>
            </a:extLst>
          </p:cNvPr>
          <p:cNvSpPr/>
          <p:nvPr/>
        </p:nvSpPr>
        <p:spPr>
          <a:xfrm rot="5400000">
            <a:off x="2196952" y="4647537"/>
            <a:ext cx="962727" cy="29556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2AEBA51E-D48A-DC98-798B-2D01144C5799}"/>
              </a:ext>
            </a:extLst>
          </p:cNvPr>
          <p:cNvSpPr/>
          <p:nvPr/>
        </p:nvSpPr>
        <p:spPr>
          <a:xfrm>
            <a:off x="5276659" y="5820783"/>
            <a:ext cx="1976582" cy="29556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67348E88-DD98-66D1-0EB7-31A4D2ADB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342" y="545615"/>
            <a:ext cx="926548" cy="121931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DA2B788-A50C-E8B8-9CC1-CF516054F784}"/>
              </a:ext>
            </a:extLst>
          </p:cNvPr>
          <p:cNvSpPr txBox="1"/>
          <p:nvPr/>
        </p:nvSpPr>
        <p:spPr>
          <a:xfrm>
            <a:off x="4608945" y="240145"/>
            <a:ext cx="545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적은 </a:t>
            </a:r>
            <a:r>
              <a:rPr lang="ko-KR" altLang="en-US" dirty="0" err="1"/>
              <a:t>지정해놓은</a:t>
            </a:r>
            <a:r>
              <a:rPr lang="ko-KR" altLang="en-US" dirty="0"/>
              <a:t> 경로를 따라 이동한다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1816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8498D-6008-E76C-49A7-009DFB882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2E50825-3681-D22B-127E-FB24056EE8CB}"/>
              </a:ext>
            </a:extLst>
          </p:cNvPr>
          <p:cNvSpPr/>
          <p:nvPr/>
        </p:nvSpPr>
        <p:spPr>
          <a:xfrm>
            <a:off x="2269496" y="1037942"/>
            <a:ext cx="8162925" cy="6477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4FFB2A4-C051-CE19-68DF-D3E44F465979}"/>
              </a:ext>
            </a:extLst>
          </p:cNvPr>
          <p:cNvSpPr/>
          <p:nvPr/>
        </p:nvSpPr>
        <p:spPr>
          <a:xfrm>
            <a:off x="9614780" y="1685642"/>
            <a:ext cx="817641" cy="174335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3C0723F-D13E-BED6-520D-83E3E8851AEC}"/>
              </a:ext>
            </a:extLst>
          </p:cNvPr>
          <p:cNvSpPr/>
          <p:nvPr/>
        </p:nvSpPr>
        <p:spPr>
          <a:xfrm>
            <a:off x="2269496" y="3326960"/>
            <a:ext cx="8162925" cy="6477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F78388C-B46D-793C-CE20-6AEFA232B419}"/>
              </a:ext>
            </a:extLst>
          </p:cNvPr>
          <p:cNvSpPr/>
          <p:nvPr/>
        </p:nvSpPr>
        <p:spPr>
          <a:xfrm>
            <a:off x="2269496" y="3974660"/>
            <a:ext cx="817641" cy="174335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A8EF9FA-DF9F-1920-C224-CF03F617549C}"/>
              </a:ext>
            </a:extLst>
          </p:cNvPr>
          <p:cNvSpPr/>
          <p:nvPr/>
        </p:nvSpPr>
        <p:spPr>
          <a:xfrm>
            <a:off x="2269496" y="5615978"/>
            <a:ext cx="8162925" cy="6477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정육면체 9">
            <a:extLst>
              <a:ext uri="{FF2B5EF4-FFF2-40B4-BE49-F238E27FC236}">
                <a16:creationId xmlns:a16="http://schemas.microsoft.com/office/drawing/2014/main" id="{400ADC67-43D1-C999-7EE4-726FE798BE82}"/>
              </a:ext>
            </a:extLst>
          </p:cNvPr>
          <p:cNvSpPr/>
          <p:nvPr/>
        </p:nvSpPr>
        <p:spPr>
          <a:xfrm>
            <a:off x="8727541" y="4846339"/>
            <a:ext cx="2254313" cy="1901227"/>
          </a:xfrm>
          <a:prstGeom prst="cub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기지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7FB5697-1202-8D10-1F19-9F0D5BB45E85}"/>
              </a:ext>
            </a:extLst>
          </p:cNvPr>
          <p:cNvSpPr/>
          <p:nvPr/>
        </p:nvSpPr>
        <p:spPr>
          <a:xfrm>
            <a:off x="1276538" y="778598"/>
            <a:ext cx="1638583" cy="122221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 소환 지점</a:t>
            </a: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1570020C-F036-05E6-C7FD-CD801FEADDC1}"/>
              </a:ext>
            </a:extLst>
          </p:cNvPr>
          <p:cNvSpPr/>
          <p:nvPr/>
        </p:nvSpPr>
        <p:spPr>
          <a:xfrm>
            <a:off x="5276659" y="1155271"/>
            <a:ext cx="1976582" cy="29556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06038DD7-9124-FE30-DEFD-2231F59F20A7}"/>
              </a:ext>
            </a:extLst>
          </p:cNvPr>
          <p:cNvSpPr/>
          <p:nvPr/>
        </p:nvSpPr>
        <p:spPr>
          <a:xfrm rot="5400000">
            <a:off x="9514023" y="2470509"/>
            <a:ext cx="962727" cy="29556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F9F25CD9-0863-3301-BDF6-DC0449F8157D}"/>
              </a:ext>
            </a:extLst>
          </p:cNvPr>
          <p:cNvSpPr/>
          <p:nvPr/>
        </p:nvSpPr>
        <p:spPr>
          <a:xfrm rot="10800000">
            <a:off x="5276659" y="3477628"/>
            <a:ext cx="1976582" cy="29556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B6E76F69-501C-FDD4-B91E-905D6C4FCCE3}"/>
              </a:ext>
            </a:extLst>
          </p:cNvPr>
          <p:cNvSpPr/>
          <p:nvPr/>
        </p:nvSpPr>
        <p:spPr>
          <a:xfrm rot="5400000">
            <a:off x="2196952" y="4647537"/>
            <a:ext cx="962727" cy="29556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6D3CB073-BA3C-E7AB-0582-19B15F517924}"/>
              </a:ext>
            </a:extLst>
          </p:cNvPr>
          <p:cNvSpPr/>
          <p:nvPr/>
        </p:nvSpPr>
        <p:spPr>
          <a:xfrm>
            <a:off x="5276659" y="5820783"/>
            <a:ext cx="1976582" cy="29556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5EC5D56-08A4-D04C-5855-1D8614327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7117" y="5210402"/>
            <a:ext cx="926548" cy="121931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974EB2F-7C59-E092-5ACE-B0BE3C3724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708" y="2150097"/>
            <a:ext cx="807533" cy="122512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484BD36-49D5-1121-67E0-6AE69FCBE5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945" y="4390851"/>
            <a:ext cx="807533" cy="122512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9DB6EB9-5F5A-F54E-22EF-1F9CE1CEFBAD}"/>
              </a:ext>
            </a:extLst>
          </p:cNvPr>
          <p:cNvSpPr txBox="1"/>
          <p:nvPr/>
        </p:nvSpPr>
        <p:spPr>
          <a:xfrm>
            <a:off x="2650087" y="20204"/>
            <a:ext cx="76420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유저는 적이 이동하는 경로에 방어타워를 만들 수 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방어타워는 근처의 적을 일정 시간마다 공격한다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만드는 조건은 일정시간마다 채워지는 자원으로 만들 수 있다 </a:t>
            </a:r>
            <a:r>
              <a:rPr lang="en-US" altLang="ko-KR" dirty="0"/>
              <a:t>-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0116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58F122B-7006-364A-0F9F-A3A329CCE264}"/>
              </a:ext>
            </a:extLst>
          </p:cNvPr>
          <p:cNvSpPr/>
          <p:nvPr/>
        </p:nvSpPr>
        <p:spPr>
          <a:xfrm>
            <a:off x="1761497" y="2996050"/>
            <a:ext cx="8162925" cy="6477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정육면체 4">
            <a:extLst>
              <a:ext uri="{FF2B5EF4-FFF2-40B4-BE49-F238E27FC236}">
                <a16:creationId xmlns:a16="http://schemas.microsoft.com/office/drawing/2014/main" id="{77BF844D-2A4F-532D-9634-0A1BFAF67F1F}"/>
              </a:ext>
            </a:extLst>
          </p:cNvPr>
          <p:cNvSpPr/>
          <p:nvPr/>
        </p:nvSpPr>
        <p:spPr>
          <a:xfrm>
            <a:off x="9303346" y="2592665"/>
            <a:ext cx="2254313" cy="1901227"/>
          </a:xfrm>
          <a:prstGeom prst="cub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기지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70F17D4-4713-A89E-ACAB-4BF1C7193D51}"/>
              </a:ext>
            </a:extLst>
          </p:cNvPr>
          <p:cNvSpPr/>
          <p:nvPr/>
        </p:nvSpPr>
        <p:spPr>
          <a:xfrm>
            <a:off x="768539" y="2736706"/>
            <a:ext cx="1638583" cy="122221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 소환 지점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4A25312-BFC6-CA0B-DC66-9CB1407011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899" y="2323966"/>
            <a:ext cx="926548" cy="1219312"/>
          </a:xfrm>
          <a:prstGeom prst="rect">
            <a:avLst/>
          </a:prstGeom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B97B712B-FC0B-E72D-47AA-1D2090D07430}"/>
              </a:ext>
            </a:extLst>
          </p:cNvPr>
          <p:cNvSpPr/>
          <p:nvPr/>
        </p:nvSpPr>
        <p:spPr>
          <a:xfrm>
            <a:off x="4854668" y="3052252"/>
            <a:ext cx="1976582" cy="29556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017256-86D7-88F6-3719-5C308A82DD7A}"/>
              </a:ext>
            </a:extLst>
          </p:cNvPr>
          <p:cNvSpPr txBox="1"/>
          <p:nvPr/>
        </p:nvSpPr>
        <p:spPr>
          <a:xfrm>
            <a:off x="2014537" y="350982"/>
            <a:ext cx="81629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오늘의 진행 목표 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err="1"/>
              <a:t>고블린</a:t>
            </a:r>
            <a:r>
              <a:rPr lang="en-US" altLang="ko-KR" dirty="0"/>
              <a:t>(</a:t>
            </a:r>
            <a:r>
              <a:rPr lang="ko-KR" altLang="en-US" dirty="0"/>
              <a:t>적</a:t>
            </a:r>
            <a:r>
              <a:rPr lang="en-US" altLang="ko-KR" dirty="0"/>
              <a:t>)</a:t>
            </a:r>
            <a:r>
              <a:rPr lang="ko-KR" altLang="en-US" dirty="0"/>
              <a:t>을 만들고 임의 경로로 이동하는 오브젝트를 만든다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dirty="0" err="1"/>
              <a:t>고블린을</a:t>
            </a:r>
            <a:r>
              <a:rPr lang="ko-KR" altLang="en-US" dirty="0"/>
              <a:t> 임의 지점에 소환할 수 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02216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정육면체 3">
            <a:extLst>
              <a:ext uri="{FF2B5EF4-FFF2-40B4-BE49-F238E27FC236}">
                <a16:creationId xmlns:a16="http://schemas.microsoft.com/office/drawing/2014/main" id="{90277495-9F76-2FE7-95D1-6FFC78F5474F}"/>
              </a:ext>
            </a:extLst>
          </p:cNvPr>
          <p:cNvSpPr/>
          <p:nvPr/>
        </p:nvSpPr>
        <p:spPr>
          <a:xfrm>
            <a:off x="4867563" y="471055"/>
            <a:ext cx="2530763" cy="5754254"/>
          </a:xfrm>
          <a:prstGeom prst="cub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GameManager</a:t>
            </a:r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253FEA-D60E-BF29-C5B4-B66B79CE2410}"/>
              </a:ext>
            </a:extLst>
          </p:cNvPr>
          <p:cNvSpPr txBox="1"/>
          <p:nvPr/>
        </p:nvSpPr>
        <p:spPr>
          <a:xfrm>
            <a:off x="655782" y="397163"/>
            <a:ext cx="32973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컨텐츠를 만들기에 앞서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구조 설계</a:t>
            </a:r>
          </a:p>
        </p:txBody>
      </p:sp>
    </p:spTree>
    <p:extLst>
      <p:ext uri="{BB962C8B-B14F-4D97-AF65-F5344CB8AC3E}">
        <p14:creationId xmlns:p14="http://schemas.microsoft.com/office/powerpoint/2010/main" val="3073952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정육면체 3">
            <a:extLst>
              <a:ext uri="{FF2B5EF4-FFF2-40B4-BE49-F238E27FC236}">
                <a16:creationId xmlns:a16="http://schemas.microsoft.com/office/drawing/2014/main" id="{B96B9E64-ACC5-D57A-BA3F-FFE9CA09B4BF}"/>
              </a:ext>
            </a:extLst>
          </p:cNvPr>
          <p:cNvSpPr/>
          <p:nvPr/>
        </p:nvSpPr>
        <p:spPr>
          <a:xfrm>
            <a:off x="4867563" y="471055"/>
            <a:ext cx="2530763" cy="5754254"/>
          </a:xfrm>
          <a:prstGeom prst="cub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GameManager</a:t>
            </a:r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정육면체 4">
            <a:extLst>
              <a:ext uri="{FF2B5EF4-FFF2-40B4-BE49-F238E27FC236}">
                <a16:creationId xmlns:a16="http://schemas.microsoft.com/office/drawing/2014/main" id="{B77FA695-FE81-8A61-EE57-D7C330B7C090}"/>
              </a:ext>
            </a:extLst>
          </p:cNvPr>
          <p:cNvSpPr/>
          <p:nvPr/>
        </p:nvSpPr>
        <p:spPr>
          <a:xfrm>
            <a:off x="7111999" y="1597891"/>
            <a:ext cx="2189019" cy="600364"/>
          </a:xfrm>
          <a:prstGeom prst="cub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SceneManager</a:t>
            </a:r>
            <a:endParaRPr lang="ko-KR" altLang="en-US" dirty="0"/>
          </a:p>
        </p:txBody>
      </p:sp>
      <p:sp>
        <p:nvSpPr>
          <p:cNvPr id="6" name="정육면체 5">
            <a:extLst>
              <a:ext uri="{FF2B5EF4-FFF2-40B4-BE49-F238E27FC236}">
                <a16:creationId xmlns:a16="http://schemas.microsoft.com/office/drawing/2014/main" id="{248CFB66-A31C-F763-3374-80AD67789B0B}"/>
              </a:ext>
            </a:extLst>
          </p:cNvPr>
          <p:cNvSpPr/>
          <p:nvPr/>
        </p:nvSpPr>
        <p:spPr>
          <a:xfrm>
            <a:off x="7111999" y="2747818"/>
            <a:ext cx="2189019" cy="600364"/>
          </a:xfrm>
          <a:prstGeom prst="cub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UIManager</a:t>
            </a:r>
            <a:endParaRPr lang="ko-KR" altLang="en-US" dirty="0"/>
          </a:p>
        </p:txBody>
      </p:sp>
      <p:sp>
        <p:nvSpPr>
          <p:cNvPr id="7" name="정육면체 6">
            <a:extLst>
              <a:ext uri="{FF2B5EF4-FFF2-40B4-BE49-F238E27FC236}">
                <a16:creationId xmlns:a16="http://schemas.microsoft.com/office/drawing/2014/main" id="{6B5EE1AD-42AD-F2E4-0445-D71D2398CBC5}"/>
              </a:ext>
            </a:extLst>
          </p:cNvPr>
          <p:cNvSpPr/>
          <p:nvPr/>
        </p:nvSpPr>
        <p:spPr>
          <a:xfrm>
            <a:off x="7111999" y="3897745"/>
            <a:ext cx="2189019" cy="600364"/>
          </a:xfrm>
          <a:prstGeom prst="cub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AgentManager</a:t>
            </a:r>
            <a:endParaRPr lang="ko-KR" altLang="en-US" dirty="0"/>
          </a:p>
        </p:txBody>
      </p:sp>
      <p:sp>
        <p:nvSpPr>
          <p:cNvPr id="8" name="정육면체 7">
            <a:extLst>
              <a:ext uri="{FF2B5EF4-FFF2-40B4-BE49-F238E27FC236}">
                <a16:creationId xmlns:a16="http://schemas.microsoft.com/office/drawing/2014/main" id="{59886F18-54E1-76B0-D09B-9117A3BA625A}"/>
              </a:ext>
            </a:extLst>
          </p:cNvPr>
          <p:cNvSpPr/>
          <p:nvPr/>
        </p:nvSpPr>
        <p:spPr>
          <a:xfrm>
            <a:off x="7111998" y="4890654"/>
            <a:ext cx="2189019" cy="600364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SoundManager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2794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834E5-E58B-9FBD-6A73-7A3743DE6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정육면체 5">
            <a:extLst>
              <a:ext uri="{FF2B5EF4-FFF2-40B4-BE49-F238E27FC236}">
                <a16:creationId xmlns:a16="http://schemas.microsoft.com/office/drawing/2014/main" id="{053F0CDC-9E18-82D0-DDCA-1EF19C0F93A8}"/>
              </a:ext>
            </a:extLst>
          </p:cNvPr>
          <p:cNvSpPr/>
          <p:nvPr/>
        </p:nvSpPr>
        <p:spPr>
          <a:xfrm>
            <a:off x="738908" y="1103746"/>
            <a:ext cx="2189019" cy="600364"/>
          </a:xfrm>
          <a:prstGeom prst="cub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UIManager</a:t>
            </a:r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C899C39-9708-6E7E-017F-CC37CA56171E}"/>
              </a:ext>
            </a:extLst>
          </p:cNvPr>
          <p:cNvSpPr/>
          <p:nvPr/>
        </p:nvSpPr>
        <p:spPr>
          <a:xfrm>
            <a:off x="3158837" y="508000"/>
            <a:ext cx="6086764" cy="27339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068A4A1-9E32-B1EC-F775-BD853EDCDA3B}"/>
              </a:ext>
            </a:extLst>
          </p:cNvPr>
          <p:cNvSpPr/>
          <p:nvPr/>
        </p:nvSpPr>
        <p:spPr>
          <a:xfrm>
            <a:off x="4932218" y="1625600"/>
            <a:ext cx="2124364" cy="49876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시작화면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A0B4CB-C92C-59DC-5895-E6266EBDE130}"/>
              </a:ext>
            </a:extLst>
          </p:cNvPr>
          <p:cNvSpPr/>
          <p:nvPr/>
        </p:nvSpPr>
        <p:spPr>
          <a:xfrm>
            <a:off x="5994400" y="2459183"/>
            <a:ext cx="2124364" cy="49876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결과화면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A6CF90-6C7B-D47F-686F-D19008BED6EB}"/>
              </a:ext>
            </a:extLst>
          </p:cNvPr>
          <p:cNvSpPr/>
          <p:nvPr/>
        </p:nvSpPr>
        <p:spPr>
          <a:xfrm>
            <a:off x="3713018" y="2576947"/>
            <a:ext cx="2124364" cy="49876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설정화면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7D7508-7058-F20C-16A2-7005B8879725}"/>
              </a:ext>
            </a:extLst>
          </p:cNvPr>
          <p:cNvSpPr txBox="1"/>
          <p:nvPr/>
        </p:nvSpPr>
        <p:spPr>
          <a:xfrm>
            <a:off x="3962400" y="674255"/>
            <a:ext cx="4608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팝업형</a:t>
            </a:r>
            <a:r>
              <a:rPr lang="en-US" altLang="ko-KR" dirty="0"/>
              <a:t>, Page </a:t>
            </a:r>
            <a:r>
              <a:rPr lang="ko-KR" altLang="en-US" dirty="0"/>
              <a:t>형식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BDB5177-8FB9-279D-0290-7A0BFAF7A499}"/>
              </a:ext>
            </a:extLst>
          </p:cNvPr>
          <p:cNvSpPr/>
          <p:nvPr/>
        </p:nvSpPr>
        <p:spPr>
          <a:xfrm>
            <a:off x="3158837" y="3823977"/>
            <a:ext cx="6086764" cy="27339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0A0A92D-6BEF-4F2C-EB6C-2783194AFEAB}"/>
              </a:ext>
            </a:extLst>
          </p:cNvPr>
          <p:cNvSpPr/>
          <p:nvPr/>
        </p:nvSpPr>
        <p:spPr>
          <a:xfrm>
            <a:off x="6530109" y="5010665"/>
            <a:ext cx="2281382" cy="44347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HPBar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EBA5F14-FC98-6F45-E4CB-329A5B92B1F3}"/>
              </a:ext>
            </a:extLst>
          </p:cNvPr>
          <p:cNvSpPr/>
          <p:nvPr/>
        </p:nvSpPr>
        <p:spPr>
          <a:xfrm>
            <a:off x="5273966" y="5906530"/>
            <a:ext cx="2281382" cy="44347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HUD (ex </a:t>
            </a:r>
            <a:r>
              <a:rPr lang="ko-KR" altLang="en-US" dirty="0"/>
              <a:t>자원표시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68CB3FD-27A2-9050-0778-83C26359AA16}"/>
              </a:ext>
            </a:extLst>
          </p:cNvPr>
          <p:cNvSpPr/>
          <p:nvPr/>
        </p:nvSpPr>
        <p:spPr>
          <a:xfrm>
            <a:off x="3814618" y="5140035"/>
            <a:ext cx="2281382" cy="44347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초시계 </a:t>
            </a:r>
            <a:r>
              <a:rPr lang="en-US" altLang="ko-KR" dirty="0"/>
              <a:t>(</a:t>
            </a:r>
            <a:r>
              <a:rPr lang="ko-KR" altLang="en-US" dirty="0"/>
              <a:t>타이머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95B996-2456-7CD4-DB94-9A6FC682E900}"/>
              </a:ext>
            </a:extLst>
          </p:cNvPr>
          <p:cNvSpPr txBox="1"/>
          <p:nvPr/>
        </p:nvSpPr>
        <p:spPr>
          <a:xfrm>
            <a:off x="3814618" y="4036229"/>
            <a:ext cx="4608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 Game UI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3766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정육면체 3">
            <a:extLst>
              <a:ext uri="{FF2B5EF4-FFF2-40B4-BE49-F238E27FC236}">
                <a16:creationId xmlns:a16="http://schemas.microsoft.com/office/drawing/2014/main" id="{F688CD0E-125C-5E5A-9D1B-D465064024D8}"/>
              </a:ext>
            </a:extLst>
          </p:cNvPr>
          <p:cNvSpPr/>
          <p:nvPr/>
        </p:nvSpPr>
        <p:spPr>
          <a:xfrm>
            <a:off x="572654" y="554181"/>
            <a:ext cx="2189019" cy="600364"/>
          </a:xfrm>
          <a:prstGeom prst="cub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AgentManager</a:t>
            </a:r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AD24CE5-ACC4-619B-9476-CFFA580C9103}"/>
              </a:ext>
            </a:extLst>
          </p:cNvPr>
          <p:cNvSpPr/>
          <p:nvPr/>
        </p:nvSpPr>
        <p:spPr>
          <a:xfrm>
            <a:off x="2863272" y="554181"/>
            <a:ext cx="8109528" cy="567112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4BFD89C-1ABE-3A06-554C-945E78F82222}"/>
              </a:ext>
            </a:extLst>
          </p:cNvPr>
          <p:cNvSpPr/>
          <p:nvPr/>
        </p:nvSpPr>
        <p:spPr>
          <a:xfrm>
            <a:off x="4133272" y="974437"/>
            <a:ext cx="3029528" cy="6003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고블린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C7A4E46-30DB-2C88-109C-0139F8A66609}"/>
              </a:ext>
            </a:extLst>
          </p:cNvPr>
          <p:cNvSpPr/>
          <p:nvPr/>
        </p:nvSpPr>
        <p:spPr>
          <a:xfrm>
            <a:off x="4133272" y="2216729"/>
            <a:ext cx="3029528" cy="6003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포탑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B6019B5-0BD2-3E27-BA1D-914B8A989828}"/>
              </a:ext>
            </a:extLst>
          </p:cNvPr>
          <p:cNvSpPr/>
          <p:nvPr/>
        </p:nvSpPr>
        <p:spPr>
          <a:xfrm>
            <a:off x="4133272" y="3500585"/>
            <a:ext cx="3029528" cy="6003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기지</a:t>
            </a:r>
          </a:p>
        </p:txBody>
      </p:sp>
    </p:spTree>
    <p:extLst>
      <p:ext uri="{BB962C8B-B14F-4D97-AF65-F5344CB8AC3E}">
        <p14:creationId xmlns:p14="http://schemas.microsoft.com/office/powerpoint/2010/main" val="995688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5162A6E-6774-EBC4-E1DB-4CB9CC1AFED1}"/>
              </a:ext>
            </a:extLst>
          </p:cNvPr>
          <p:cNvSpPr/>
          <p:nvPr/>
        </p:nvSpPr>
        <p:spPr>
          <a:xfrm>
            <a:off x="624689" y="298765"/>
            <a:ext cx="11072388" cy="611108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32E0515-6227-039B-2DEC-8203CB3F8453}"/>
              </a:ext>
            </a:extLst>
          </p:cNvPr>
          <p:cNvSpPr/>
          <p:nvPr/>
        </p:nvSpPr>
        <p:spPr>
          <a:xfrm>
            <a:off x="950614" y="4526732"/>
            <a:ext cx="2109457" cy="163867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800" dirty="0">
                <a:solidFill>
                  <a:srgbClr val="FF0000"/>
                </a:solidFill>
              </a:rPr>
              <a:t>00</a:t>
            </a:r>
            <a:endParaRPr lang="ko-KR" altLang="en-US" sz="8800" dirty="0">
              <a:solidFill>
                <a:srgbClr val="FF0000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F17CDE1-3A6D-BC18-DBFC-851B7910BA16}"/>
              </a:ext>
            </a:extLst>
          </p:cNvPr>
          <p:cNvSpPr/>
          <p:nvPr/>
        </p:nvSpPr>
        <p:spPr>
          <a:xfrm>
            <a:off x="3232087" y="4526731"/>
            <a:ext cx="7776927" cy="1670365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12FACDA-B54B-F868-FE2F-B5DE7451C452}"/>
              </a:ext>
            </a:extLst>
          </p:cNvPr>
          <p:cNvSpPr/>
          <p:nvPr/>
        </p:nvSpPr>
        <p:spPr>
          <a:xfrm>
            <a:off x="3358835" y="4639901"/>
            <a:ext cx="1991763" cy="141234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dirty="0" err="1"/>
              <a:t>고블린</a:t>
            </a:r>
            <a:endParaRPr lang="ko-KR" altLang="en-US" sz="3600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8BD813D-C02D-5B2C-7700-DB599CC5DAFA}"/>
              </a:ext>
            </a:extLst>
          </p:cNvPr>
          <p:cNvSpPr/>
          <p:nvPr/>
        </p:nvSpPr>
        <p:spPr>
          <a:xfrm>
            <a:off x="5522614" y="4639901"/>
            <a:ext cx="1991763" cy="141234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dirty="0" err="1"/>
              <a:t>고블린</a:t>
            </a:r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5FAD29C-21AB-8E29-882A-5A3699F708F4}"/>
              </a:ext>
            </a:extLst>
          </p:cNvPr>
          <p:cNvSpPr/>
          <p:nvPr/>
        </p:nvSpPr>
        <p:spPr>
          <a:xfrm>
            <a:off x="7686393" y="4639901"/>
            <a:ext cx="1991763" cy="141234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dirty="0" err="1"/>
              <a:t>고블린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566892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129</Words>
  <Application>Microsoft Office PowerPoint</Application>
  <PresentationFormat>와이드스크린</PresentationFormat>
  <Paragraphs>46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Defense Game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C1841</dc:creator>
  <cp:lastModifiedBy>C1841</cp:lastModifiedBy>
  <cp:revision>87</cp:revision>
  <dcterms:created xsi:type="dcterms:W3CDTF">2026-03-15T10:30:29Z</dcterms:created>
  <dcterms:modified xsi:type="dcterms:W3CDTF">2026-04-05T23:43:18Z</dcterms:modified>
</cp:coreProperties>
</file>